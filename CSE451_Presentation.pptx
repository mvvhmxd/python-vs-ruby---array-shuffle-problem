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Python vs Ruby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Array Shuffle Problem</a:t>
            </a:r>
            <a:br/>
            <a:r>
              <a:t>CSE 451: Concepts of Programming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Given a string s and an integer array indices of the same length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Shuffle string so character at position i moves to indices[i]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Example: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Input: s = "art", indices = [1, 0, 2]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Output: "rat"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'a' at index 0 → goes to index 1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'r' at index 1 → goes to index 0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't' at index 2 → stays at index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Python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Created by Guido van Rossum in 1991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Multi-paradigm: Imperative, Object-Oriented, Functional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Interpreted language (CPython implementation)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Dynamic typing - variables allocated at runtime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Known for clean, readable syntax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Huge ecosystem with pip package manager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Used in web dev, data science, AI,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Python - Technical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Data Types: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Simple: int, float, bool, str, NoneType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Structured: list, tuple, dict, set, class objects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Statement Types: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for x in iterable, for i in range(n)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while condition, if/elif/else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try/except/finally, with statement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Subprograms: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Functions (def), Lambda expressions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Methods in classes, Exception handlers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Threading module for concurrency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Python - Strengths &amp;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Strengths: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Easy to learn and read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Huge library ecosystem (NumPy, Django, etc.)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Great documentation and community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Cross-platform compatibility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Weaknesses: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Slower than compiled languages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GIL limits true multi-threading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Mobile development not ideal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Runtime errors instead of compile-time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C3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Ruby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Created by Yukihiro Matsumoto in 1995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Object-Oriented (everything is an object!)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Interpreted language (MRI/YARV implementation)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Dynamic typing - flexible variable allocation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Philosophy: "Developer happiness"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Famous for Ruby on Rails framework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Flexible syntax - multiple ways to do things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C3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Ruby - Technical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Data Types: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Simple: Integer, Float, TrueClass, FalseClass, String, Symbol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Structured: Array, Hash, Range, Class objects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Statement Types: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each, times, upto/downto loops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while/until, if/elsif/else/unless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begin/rescue/ensure for exceptions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Subprograms: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Methods (def), Blocks { } and do/end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Procs and Lambdas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Threads for concurrency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C3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Ruby - Strengths &amp;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Strengths: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Elegant, expressive syntax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Everything is an object - pure OOP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Ruby on Rails for web development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✓ Great for DSLs (Domain Specific Languages)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Weaknesses: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Slower than Python in many cases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Smaller community than Python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Less popular outside web dev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✗ Debugging can be challenging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Code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D43B"/>
                </a:solidFill>
                <a:latin typeface="Consolas"/>
              </a:defRPr>
            </a:pPr>
            <a:r>
              <a:t>def shuffle_string(s, indices):</a:t>
            </a:r>
            <a:br/>
            <a:r>
              <a:t>    result = [''] * len(s)</a:t>
            </a:r>
            <a:br/>
            <a:r>
              <a:t>    for i, char in enumerate(s):</a:t>
            </a:r>
            <a:br/>
            <a:r>
              <a:t>        result[indices[i]] = char</a:t>
            </a:r>
            <a:br/>
            <a:r>
              <a:t>    return ''.join(result)</a:t>
            </a:r>
            <a:br/>
            <a:br/>
            <a:r>
              <a:t># Usage:</a:t>
            </a:r>
            <a:br/>
            <a:r>
              <a:t>shuffle_string("art", [1, 0, 2])</a:t>
            </a:r>
            <a:br/>
            <a:r>
              <a:t># Returns: "rat"</a:t>
            </a:r>
            <a:br/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solidFill>
            <a:srgbClr val="CC3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Ruby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6B9D"/>
                </a:solidFill>
                <a:latin typeface="Consolas"/>
              </a:defRPr>
            </a:pPr>
            <a:r>
              <a:t>def shuffle_string(s, indices)</a:t>
            </a:r>
            <a:br/>
            <a:r>
              <a:t>  result = Array.new(s.length, '')</a:t>
            </a:r>
            <a:br/>
            <a:r>
              <a:t>  s.each_char.with_index do |char, i|</a:t>
            </a:r>
            <a:br/>
            <a:r>
              <a:t>    result[indices[i]] = char</a:t>
            </a:r>
            <a:br/>
            <a:r>
              <a:t>  end</a:t>
            </a:r>
            <a:br/>
            <a:r>
              <a:t>  result.join</a:t>
            </a:r>
            <a:br/>
            <a:r>
              <a:t>end</a:t>
            </a:r>
            <a:br/>
            <a:br/>
            <a:r>
              <a:t># Usage:</a:t>
            </a:r>
            <a:br/>
            <a:r>
              <a:t>shuffle_string("art", [1, 0, 2])</a:t>
            </a:r>
            <a:br/>
            <a:r>
              <a:t># Returns: "rat"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Language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4114800" cy="548640"/>
          </a:xfrm>
          <a:prstGeom prst="rect">
            <a:avLst/>
          </a:prstGeom>
          <a:solidFill>
            <a:srgbClr val="377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143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097280"/>
            <a:ext cx="4114800" cy="548640"/>
          </a:xfrm>
          <a:prstGeom prst="rect">
            <a:avLst/>
          </a:prstGeom>
          <a:solidFill>
            <a:srgbClr val="CC3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143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Ruby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Language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Multi-paradigm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Object-Oriented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40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Interpreted (CPython)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Interpreted (MRI)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Variable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43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Dynamic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Dynamic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Array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246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[''] * len(s)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Array.new(s.length, '')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Iteration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4903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enumerate(s)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74903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s.each_char.with_index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5195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Block Syntax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519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indentation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5195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do/end or {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Join Array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5487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''.join(list)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5487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array.join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Algorithm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Input: s = "art", indices = [1, 0, 2]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Result array starts empty: [_, _, _]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Step 1: s[0] = 'a' → result[indices[0]] = result[1] = 'a'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     Result: [_, a, _]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Step 2: s[1] = 'r' → result[indices[1]] = result[0] = 'r'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     Result: [r, a, _]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Step 3: s[2] = 't' → result[indices[2]] = result[2] = 't'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     Result: [r, a, t]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Final: "rat"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Setting up Ruby on Windows: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Had to install RubyInstaller with DevKit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PATH configuration required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Learning Ruby syntax: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Block syntax (do/end) was new coming from Python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each_char.with_index vs Python's enumerate()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Testing: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Verified both solutions produce identical output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 • Created step-by-step visualizer for debugging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Try the Live Demo!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366F1"/>
                </a:solidFill>
              </a:defRPr>
            </a:pPr>
            <a:r>
              <a:t>https://mvvhmxd.github.io/Python-vs-Ruby---Array-Shuffle-Problem/</a:t>
            </a:r>
          </a:p>
        </p:txBody>
      </p:sp>
      <p:pic>
        <p:nvPicPr>
          <p:cNvPr id="4" name="Picture 3" descr="qr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116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1A1AA"/>
                </a:solidFill>
              </a:defRPr>
            </a:pPr>
            <a:r>
              <a:t>Scan QR code or visit the link to see the interactive algorithm visualizer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Both languages successfully solve the problem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Same algorithm, different syntax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Time Complexity: O(n)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Space Complexity: O(n)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Python: More explicit and widely used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Ruby: More flexible and expressive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Key insight: Understanding concepts matters more than syntax!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